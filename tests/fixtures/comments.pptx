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ns0:cmAuthorLst xmlns:ns0="http://schemas.openxmlformats.org/presentationml/2006/main">
  <ns0:cmAuthor id="0" name="Aiko Tanaka" initials="AT" lastIdx="1" clrIdx="0"/>
</ns0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commentAuthors" Target="commentAuthors.xml" /></ns0:Relationships>
</file>

<file path=ppt/comments/comment1.xml><?xml version="1.0" encoding="utf-8"?>
<ns0:cmLst xmlns:ns0="http://schemas.openxmlformats.org/presentationml/2006/main">
  <ns0:cm authorId="0" dt="2026-09-21T10:00:00Z" idx="1">
    <ns0:pos x="1000000" y="1000000"/>
    <ns0:text>Please confirm this number.</ns0:text>
  </ns0:cm>
</ns0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comments" Target="../comments/comment1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