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Visible body 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9372600" y="9144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Hidden outside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