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leanup-m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92608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ns1="http://schemas.openxmlformats.org/officeDocument/2006/docPropsVTypes">
  <TotalTime>12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HeadingPairs>
  <TitlesOfParts>
    <ns1:vector size="1" baseType="lpstr">
      <ns1:lpstr>Office Theme</ns1:lpstr>
    </ns1:vector>
  </TitlesOfParts>
  <Manager>Deck Manager</Manager>
  <Company>Browser Kitty Labs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Cleanup Media Fixture</dc:title>
  <dc:subject/>
  <dc:creator>Presentation Author</dc:creator>
  <cp:keywords/>
  <dc:description>generated using python-pptx</dc:description>
  <cp:lastModifiedBy>Presentation Editor</cp:lastModifiedBy>
  <cp:revision>1</cp:revision>
  <dcterms:created xsi:type="dcterms:W3CDTF">2013-01-27T09:14:16Z</dcterms:created>
  <dcterms:modified xsi:type="dcterms:W3CDTF">2013-01-27T09:15:58Z</dcterms:modified>
  <cp:category/>
  <cp:lastPrinted>2026-09-26T02:00:00Z</cp:lastPrinted>
</cp:coreProperties>
</file>