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Internal note: draft figures only. Do not share externally.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Relationship Id="rId2" Type="http://schemas.openxmlformats.org/officeDocument/2006/relationships/notesSlide" Target="../notesSlides/notesSlide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Quarterly Review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Visible body text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