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9" show="0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commentAuthors.xml><?xml version="1.0" encoding="utf-8"?>
<ns0:cmAuthorLst xmlns:ns0="http://schemas.openxmlformats.org/presentationml/2006/main">
  <ns0:cmAuthor id="0" name="Aiko Tanaka" initials="AT" lastIdx="1" clrIdx="0"/>
  <ns0:cmAuthor id="1" name="Ken Sato" initials="KS" lastIdx="1" clrIdx="1"/>
</ns0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notesMaster" Target="notesMasters/notesMaster1.xml" /><ns0:Relationship Id="rId9" Type="http://schemas.openxmlformats.org/officeDocument/2006/relationships/slide" Target="slides/slide2.xml" /><ns0:Relationship Id="rId10" Type="http://schemas.openxmlformats.org/officeDocument/2006/relationships/commentAuthors" Target="commentAuthors.xml" /></ns0:Relationships>
</file>

<file path=ppt/comments/comment1.xml><?xml version="1.0" encoding="utf-8"?>
<ns0:cmLst xmlns:ns0="http://schemas.openxmlformats.org/presentationml/2006/main">
  <ns0:cm authorId="0" dt="2026-09-21T10:00:00Z" idx="1">
    <ns0:pos x="1000000" y="1000000"/>
    <ns0:text>Do not share this draft.</ns0:text>
  </ns0:cm>
  <ns0:cm authorId="1" dt="2026-09-22T10:00:00Z" idx="2">
    <ns0:pos x="1010000" y="1000000"/>
    <ns0:text>Check the appendix before sending.</ns0:text>
  </ns0:cm>
</ns0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draft figures only. Do not share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1.xml" /><ns0:Relationship Id="rId3" Type="http://schemas.openxmlformats.org/officeDocument/2006/relationships/hyperlink" Target="https://example.invalid/private" TargetMode="External" /><ns0:Relationship Id="rId4" Type="http://schemas.openxmlformats.org/officeDocument/2006/relationships/comments" Target="../comments/comment1.xml" /></ns0: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26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outside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External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Hidden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item1.xml><?xml version="1.0" encoding="utf-8"?>
<privacy xmlns="urn:browser-kitty:test">
  <owner>Internal</owner>
</privacy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