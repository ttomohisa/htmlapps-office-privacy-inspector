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Visible body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item1.xml><?xml version="1.0" encoding="utf-8"?>
<privacy xmlns="urn:browser-kitty:test">
  <owner>Internal</owner>
</privacy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