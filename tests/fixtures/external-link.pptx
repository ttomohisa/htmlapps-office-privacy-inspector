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invalid/privat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Visible body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>External 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