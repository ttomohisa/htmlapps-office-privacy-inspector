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  <ns0:sldId id="257" ns1:id="rId8" show="0"/>
  </ns0:sldIdLst>
  <ns0:sldSz cx="9144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Hidden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